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E3A8A"/>
                </a:solidFill>
              </a:defRPr>
            </a:pPr>
            <a:r>
              <a:t>OS-MindAgent: Automated Doubt Resolution System</a:t>
            </a:r>
          </a:p>
          <a:p>
            <a:pPr>
              <a:spcAft>
                <a:spcPts val="3000"/>
              </a:spcAft>
              <a:defRPr sz="1800">
                <a:solidFill>
                  <a:srgbClr val="2563EB"/>
                </a:solidFill>
              </a:defRPr>
            </a:pPr>
            <a:r>
              <a:t>Multi-Agent Architecture for Operating Systems Learning &amp; Practice Evaluation</a:t>
            </a:r>
          </a:p>
          <a:p>
            <a:pPr>
              <a:spcAft>
                <a:spcPts val="1500"/>
              </a:spcAft>
              <a:defRPr sz="1400">
                <a:solidFill>
                  <a:srgbClr val="0F172A"/>
                </a:solidFill>
              </a:defRPr>
            </a:pPr>
            <a:r>
              <a:t>Submitted for Course: AGENTIC AI &amp; AUTOMATION (B.Tech CSE)</a:t>
            </a:r>
            <a:br/>
            <a:r>
              <a:t>Symbiosis Institute of Technology (SIT), Nagpur Campus</a:t>
            </a:r>
          </a:p>
          <a:p>
            <a:pPr>
              <a:defRPr sz="1300" b="1">
                <a:solidFill>
                  <a:srgbClr val="64748B"/>
                </a:solidFill>
              </a:defRPr>
            </a:pPr>
            <a:r>
              <a:t>Under the Guidance of: Dr. Shreyas Rajendra Hole / Mr. Parag Naik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MINI PROJECT PRESENTATION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1. Presentation Flow (Agenda - Part 1)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1945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01. Problem Statement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Abstract OS concepts are difficult to master.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Static text explanations lack code &amp; visual diagrams.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Need interactive step-by-step doubt resolution.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120640" cy="21945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02. Objectives &amp; Research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Autonomous query classification into OS topics.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Sub-1.2s LLM inference via Groq LPU API.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Dynamic MCQ practice quiz generation.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03. Existing Solutions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Generic LLM chatbots lack syllabus context.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No dynamic visual Gantt charts or state diagrams.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Lack of topic-based automated scoring.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1945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04. Compare &amp; Contrast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Multi-agent Router-Solver vs single-prompt wrapper.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Zero-downtime keyword fallback classifier.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SQLite persistent memory vs stateless sessions.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MINI PROJECT PRESENTATION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2. Presentation Flow (Agenda - Part 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1945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05. Problem Modeling &amp; Routing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Router Agent categorizes doubts with confidence %.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Recommends diagram tool based on intent.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Decouples triage from answer synthesis.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120640" cy="21945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06. Project Features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Tutor Agent generates Linux C code &amp; viva formulas.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Custom visual Gantt/TLB diagram rendering.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ReportLab PDF export for revision sheets.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07. Results &amp; Outcomes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Sub-1.2 second response latency.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95%+ accuracy in OS topic classification.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Safe MCQ evaluation with instant explanations.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1945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08. Strengths &amp; Future Scope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Modular multi-agent design pattern.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High user engagement through visual tools.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Future expansion: RAG textbook retrieval &amp; MCP tools.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MINI PROJECT PRESENTATION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Problem Statement &amp; Motivation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07040" cy="4572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Core Academic Challenges &amp; Motivation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Operating Systems (OS) concepts like CPU Scheduling, Deadlocks, Paging, and File Systems are abstract.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Students need more than static text: they need step-by-step reasoning, C code snippets, and visual state diagrams.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Motivation: Implement Agentic AI design patterns (Router-Solver, Handoffs, Tools, Persistent Memory) learned in class.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Goal: Create an interactive, high-speed Operating Systems AI Tutor with practice evaluation.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MINI PROJECT PRESENTATION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System Architecture &amp; Agentic AI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4572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1. Router Agent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Classifies input into 5 OS topics.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Calculates confidence score (e.g. 0.95).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Recommends visual diagram tool.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463040"/>
            <a:ext cx="3291840" cy="4572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2. Specialist Tutor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Powered by Groq LPU (Llama-3.3-70B).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Generates 4-part structured markdown answer.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Provides Linux C code &amp; Viva tips.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463040"/>
            <a:ext cx="3291840" cy="4572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3. Custom Tools &amp; Memory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Mermaid Gantt &amp; TLB Diagram Tool.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Practice MCQ Quiz Engine.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SQLite Database &amp; PDF Report Exporter.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MINI PROJECT PRESENTATION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Implementation of Project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Interactive Smart Doubt Resolver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Modern Gradio Web Interface (app.py).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Preset sample queries for instant testing.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Visual diagram toggle checkbox.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High contrast royal blue aesthetic UI.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Practice Quiz &amp; Report Generation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Topic-based 3-question MCQ evaluation.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Robust string matching (safe against KeyErrors).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Persistent logging of quiz scores in SQLite.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Downloadable PDF revision summary sheets.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MINI PROJECT PRESENTATION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Results, Metrics &amp; Evaluation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Performance Metrics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Inference Speed: Sub-1.2 seconds via Groq LPU.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Classification Accuracy: 95%+ across 5 OS topics.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System Uptime: 100% via heuristic fallback system.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Student Outcomes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Faster doubt resolution before exams.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Enhanced comprehension through Gantt/TLB diagrams.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Effective self-assessment via topic practice quizzes.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MINI PROJECT PRESENTATION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Conclusion &amp; Project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07040" cy="4572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Summary &amp; Viva Reference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OS-MindAgent successfully applies Agentic AI multi-agent architecture to Operating Systems education.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Demonstrates Router-Solver pipeline, dynamic tool dispatch, SQLite persistent memory, and PDF reporting.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GitHub Repository: Initialized &amp; committed with secret protection.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Thank You! Questions &amp;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